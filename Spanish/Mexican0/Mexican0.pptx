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7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432" y="6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Sun and Moon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39CBCE-A9B8-AAC8-B948-CA4BC6BFA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232" y="158647"/>
            <a:ext cx="4241867" cy="6486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A9DF3F-6A26-1C11-3B06-3C4144D91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158647"/>
            <a:ext cx="4127569" cy="638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8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DEEE7D-44B9-0C53-E1BC-B8059AC1C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00" y="156724"/>
            <a:ext cx="4305373" cy="6544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176B5D-85C7-9A41-AE76-AB15F2AC6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129" y="156724"/>
            <a:ext cx="4305371" cy="651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8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99A6D0-183A-09CB-AE9A-B4B529649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3500"/>
            <a:ext cx="4203771" cy="6430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AA78B2-0420-C3EF-FACE-9F78F123D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31" y="213499"/>
            <a:ext cx="4114869" cy="642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8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57766-FA9A-3B64-18D2-C718A8CBD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17411"/>
            <a:ext cx="4108519" cy="6423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CD35DD-9A77-B336-D3F2-20CEE7467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329" y="217411"/>
            <a:ext cx="4108518" cy="637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33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9015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Mexican0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5</cp:revision>
  <dcterms:created xsi:type="dcterms:W3CDTF">2025-04-27T15:28:57Z</dcterms:created>
  <dcterms:modified xsi:type="dcterms:W3CDTF">2025-05-03T21:44:26Z</dcterms:modified>
</cp:coreProperties>
</file>