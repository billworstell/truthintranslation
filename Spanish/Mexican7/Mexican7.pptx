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7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568" y="2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chive.org/details/tradicionesyleye00riva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0" i="1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The Alley of the Armed Man</a:t>
            </a:r>
            <a:r>
              <a:rPr lang="en-US" sz="2000" dirty="0">
                <a:effectLst/>
              </a:rPr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5732B-4A3F-08F8-79B2-1FEAE8F07C30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https://archive.org/details/tradicionesyleye00riva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29DF3-48D1-2478-26B4-DE3E1563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340" y="482886"/>
            <a:ext cx="9550891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0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84367B-7774-E98F-D7C8-65F195B45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461"/>
          <a:stretch/>
        </p:blipFill>
        <p:spPr>
          <a:xfrm>
            <a:off x="684761" y="476893"/>
            <a:ext cx="5130412" cy="5915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B1F425-12A4-7AB7-3EDA-23AC0959E6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957"/>
          <a:stretch/>
        </p:blipFill>
        <p:spPr>
          <a:xfrm>
            <a:off x="6242233" y="476893"/>
            <a:ext cx="5656066" cy="416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1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11400</TotalTime>
  <Words>16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Office Theme</vt:lpstr>
      <vt:lpstr>Mexican7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20</cp:revision>
  <dcterms:created xsi:type="dcterms:W3CDTF">2025-04-27T15:28:57Z</dcterms:created>
  <dcterms:modified xsi:type="dcterms:W3CDTF">2025-05-08T14:14:26Z</dcterms:modified>
</cp:coreProperties>
</file>