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246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i="1" kern="0" dirty="0" err="1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Ahuizotl</a:t>
            </a:r>
            <a:r>
              <a:rPr lang="en-US" sz="2800" i="1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, Symbol of Horror</a:t>
            </a:r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.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22ECF1-F95D-475E-4A3B-7FF5CA54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08" y="0"/>
            <a:ext cx="464185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EF9FD2-22E6-EC8F-78F8-EB702484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542" y="52646"/>
            <a:ext cx="4540961" cy="680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7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C3998-FE2D-79A3-664E-31D406F9F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27" y="1081108"/>
            <a:ext cx="6537277" cy="436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10271</TotalTime>
  <Words>16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Mexican5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16</cp:revision>
  <dcterms:created xsi:type="dcterms:W3CDTF">2025-04-27T15:28:57Z</dcterms:created>
  <dcterms:modified xsi:type="dcterms:W3CDTF">2025-05-05T20:46:06Z</dcterms:modified>
</cp:coreProperties>
</file>