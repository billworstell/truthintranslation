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7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568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chive.org/details/tradicionesyleye00riv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The Obedient Nun</a:t>
            </a:r>
            <a:r>
              <a:rPr lang="en-US" sz="2000" dirty="0">
                <a:effectLst/>
              </a:rPr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5732B-4A3F-08F8-79B2-1FEAE8F07C30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https://archive.org/details/tradicionesyleye00riva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29DF3-48D1-2478-26B4-DE3E1563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340" y="482886"/>
            <a:ext cx="9550891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C30EFF-039F-E65C-E626-F490CCB60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59" y="528130"/>
            <a:ext cx="5140720" cy="3766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747D61-C768-F3D3-902B-1A6900E18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823" y="528130"/>
            <a:ext cx="3913979" cy="6063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761EB8-BC62-2B94-778C-0CB04EE8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59" y="4553816"/>
            <a:ext cx="5015780" cy="185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1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10274</TotalTime>
  <Words>13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Theme</vt:lpstr>
      <vt:lpstr>Mexican8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18</cp:revision>
  <dcterms:created xsi:type="dcterms:W3CDTF">2025-04-27T15:28:57Z</dcterms:created>
  <dcterms:modified xsi:type="dcterms:W3CDTF">2025-05-07T19:35:06Z</dcterms:modified>
</cp:coreProperties>
</file>