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568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Alvarado’s Leap</a:t>
            </a:r>
            <a:r>
              <a:rPr lang="en-US" sz="200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40" y="482886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AA682C-8CC6-91EA-2B2B-36D609BC5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39" y="431645"/>
            <a:ext cx="4839261" cy="6173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98F41A-67BC-ECDD-A68F-C223AFA6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399" y="226188"/>
            <a:ext cx="4251388" cy="65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21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47C4B-55F6-8345-172B-69F7C3200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18" y="2599363"/>
            <a:ext cx="11567914" cy="168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8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10318</TotalTime>
  <Words>12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Mexican9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19</cp:revision>
  <dcterms:created xsi:type="dcterms:W3CDTF">2025-04-27T15:28:57Z</dcterms:created>
  <dcterms:modified xsi:type="dcterms:W3CDTF">2025-05-08T15:17:21Z</dcterms:modified>
</cp:coreProperties>
</file>