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7" autoAdjust="0"/>
    <p:restoredTop sz="94660"/>
  </p:normalViewPr>
  <p:slideViewPr>
    <p:cSldViewPr snapToGrid="0" showGuides="1">
      <p:cViewPr varScale="1">
        <p:scale>
          <a:sx n="67" d="100"/>
          <a:sy n="67" d="100"/>
        </p:scale>
        <p:origin x="414" y="2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666A2-EF05-7165-7F62-A48A43B0F1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5D7148-0852-0676-8760-C969100BAF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BFBF1-491F-D808-2101-8F34CCD85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59F62-7111-1BF5-DA41-DAEC52E03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A9035-985A-0844-50C5-6936DBF54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240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7ACF2-F9D0-4F96-54F3-DA7558B14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61C5E-2471-DDC1-4E87-A0E9895E4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DCA2E-E25F-85E1-4520-0A2DD62BD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A3A03-1267-7C2B-2E09-2B2E76898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1CC5D-8DE2-0343-4476-743FEEC51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583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654FA-52A6-FA65-EC3E-8F57CED33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F6AD24-4A37-23A1-6451-A22BF8ED0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C5117-81DD-A3A2-80A3-CFE07556B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AE115-DC87-D7A9-6645-2BB80B019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75AF4-D0A6-6AA5-9973-86691D645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016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2906B-F3E4-1D90-6D3D-5B540655D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CB56A-4A4C-FD5A-4B97-19F55D5052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A9FA3A-1FE0-7223-E82B-15DE3733E5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61CB67-34FD-49C5-FB06-697CBC81D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8D6E45-B7CA-8F4E-5303-33495A028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D92B3-20FD-7F2E-D35C-17AA901EF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045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8BFB2-40F8-14C4-1593-7A2BB7A07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23DC71-7C9E-2815-A1B5-6A7533ABE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6FCA54-A6F4-1123-899F-DB236212A1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84D1F5-FAF1-2C23-9FAA-C29B9A7BED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E74F3D-F4C7-A9DB-C690-924B696418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B467FF-EC79-E0D2-ABC4-1E8FB79E1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3C6379-B949-2835-6D94-FCA2A65F8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038DCB-8E1C-4885-F698-59ED2E4B4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614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E7629-3FC3-C08E-A21A-05FFBC693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8941B0-7B64-3D8C-BD39-EF5BFF747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D94519-8BF8-C2B1-29C6-1ED93AA9A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C95A29-B2A8-9BDF-0998-3F7E2E1B8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714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C4E8F7-4B80-9123-CBD0-D0F26A23E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279CE9-774D-C78F-61D4-CA0F79BE4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109CC0-2040-2354-AB87-438CABA5D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28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8108E-B25D-333D-B348-D1A588B38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534DB-1106-B076-0822-10FCA7190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5A905D-61B7-3CF5-F7AD-162CF40D76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3BA13-22A1-329F-CB9B-C3F4DF738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B3E24C-B2A3-C187-D53D-2B5BF77F7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EDD39-28F8-D775-6AD9-DCD0EC99E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289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5DC21-040E-7ABF-076F-F6F6CE758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64761-9DE1-6176-78A0-36E5589ADD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2DE24B-6F60-CC03-78F8-D25D59139E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C54567-41CA-7E48-B3A6-6B7FB470B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F43568-A3BB-0B6B-9097-ADD128975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EAAF0E-0B7F-DEBC-9ABD-149086704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745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84B80-7979-369D-091C-8610702BD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53494D-D2C8-7AA0-9B60-6E3B43AFD9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67AFA-B26F-ED0E-8651-00CA2005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6F1DE-8AE5-A987-150B-73201755F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0F440-C87D-13B2-52BE-BA6BB72BF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93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E7352F-5059-1CF0-9BFE-F300426907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680D4D-0970-937F-12F7-DFBD8E7EC7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2FB06-6D5E-23E5-02F2-1E1F1F022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B7E183-1844-BA81-4A8B-36A0DAE8A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78E30-7264-CAE9-F3B1-E07942C9C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441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86A505-D114-8953-A9B5-A7D258EEC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6461A7-28F6-5CA0-BBEE-B7329175F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FC131-4D72-2780-80C6-E176B50ACC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FE687-8091-9646-5522-D1BE17E848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01763-44B1-3B30-5EC8-19540BFCD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491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BDE22-5A00-70A3-8701-E3B56827BC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Mexican00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5CF3FF-7776-5C99-B3A0-832CDAC278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b="0" i="1" u="none" strike="noStrike" dirty="0">
                <a:solidFill>
                  <a:srgbClr val="0D0D0D"/>
                </a:solidFill>
                <a:effectLst/>
                <a:latin typeface="Segoe UI" panose="020B0502040204020203" pitchFamily="34" charset="0"/>
              </a:rPr>
              <a:t>Why Men Are of Different Sizes</a:t>
            </a:r>
            <a:r>
              <a:rPr lang="en-US" sz="2800" dirty="0">
                <a:effectLst/>
              </a:rPr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23774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DFE9C8-0A8F-AAC1-43C2-8BDB31932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352323"/>
            <a:ext cx="4991184" cy="59778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94D9B1-35CA-AEF0-AB3F-31163BD7C1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984"/>
          <a:stretch/>
        </p:blipFill>
        <p:spPr>
          <a:xfrm>
            <a:off x="6096000" y="352323"/>
            <a:ext cx="5335856" cy="260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499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7459</TotalTime>
  <Words>7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Segoe UI</vt:lpstr>
      <vt:lpstr>Office Theme</vt:lpstr>
      <vt:lpstr>Mexican00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Bill Worstell</dc:creator>
  <cp:lastModifiedBy>Bill Worstell</cp:lastModifiedBy>
  <cp:revision>4</cp:revision>
  <dcterms:created xsi:type="dcterms:W3CDTF">2025-04-27T15:28:57Z</dcterms:created>
  <dcterms:modified xsi:type="dcterms:W3CDTF">2025-05-03T21:44:39Z</dcterms:modified>
</cp:coreProperties>
</file>