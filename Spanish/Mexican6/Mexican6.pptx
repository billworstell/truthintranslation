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26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org/details/tradicionesyleye00riv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Love of Slaves</a:t>
            </a:r>
            <a:r>
              <a:rPr lang="en-US" sz="2000" dirty="0">
                <a:effectLst/>
              </a:rPr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732B-4A3F-08F8-79B2-1FEAE8F07C3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https://archive.org/details/tradicionesyleye00riva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29DF3-48D1-2478-26B4-DE3E1563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40" y="482886"/>
            <a:ext cx="9550891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5313CF-9F7A-DF9F-D157-786C9E2D1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66" y="223318"/>
            <a:ext cx="4363662" cy="6468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AA158F-8E17-ADB3-9E22-0B058AECD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59" y="223318"/>
            <a:ext cx="4108517" cy="64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1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C8F2ED-A9BC-DB1B-87B5-327ED1A74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18" y="218082"/>
            <a:ext cx="3962594" cy="6142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6F87D0-56DD-8F4C-BBA0-BBFD27C26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59" y="218081"/>
            <a:ext cx="4027365" cy="623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8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84338-E9CA-E112-11B5-C4A6FD2AE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882" y="408218"/>
            <a:ext cx="4046797" cy="6041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96A99E-608F-CDE1-B13F-D177537E3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826" y="408217"/>
            <a:ext cx="3949893" cy="603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7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C4CAC0-4399-BF9E-9338-F16C696F6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76" y="357149"/>
            <a:ext cx="4072703" cy="6118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390F33-E2E7-D5B6-2122-3BF323E8A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158" y="375436"/>
            <a:ext cx="3851722" cy="601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D54E4-7745-E238-7E59-B34DA8BDB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95" y="283358"/>
            <a:ext cx="4107249" cy="6336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0B35E-485F-8DAA-3FEF-4A9E5F2AB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462" y="397300"/>
            <a:ext cx="5213700" cy="613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8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13062</TotalTime>
  <Words>13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Office Theme</vt:lpstr>
      <vt:lpstr>Mexican6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17</cp:revision>
  <dcterms:created xsi:type="dcterms:W3CDTF">2025-04-27T15:28:57Z</dcterms:created>
  <dcterms:modified xsi:type="dcterms:W3CDTF">2025-05-07T19:17:13Z</dcterms:modified>
</cp:coreProperties>
</file>