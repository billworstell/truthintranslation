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7" autoAdjust="0"/>
    <p:restoredTop sz="94660"/>
  </p:normalViewPr>
  <p:slideViewPr>
    <p:cSldViewPr snapToGrid="0" showGuides="1">
      <p:cViewPr>
        <p:scale>
          <a:sx n="60" d="100"/>
          <a:sy n="60" d="100"/>
        </p:scale>
        <p:origin x="648" y="2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666A2-EF05-7165-7F62-A48A43B0F1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5D7148-0852-0676-8760-C969100BAF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4BFBF1-491F-D808-2101-8F34CCD85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DF181-6867-433B-8B20-BE4B2E816B2B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A59F62-7111-1BF5-DA41-DAEC52E03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0A9035-985A-0844-50C5-6936DBF54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35E59-5C6C-4619-B1A5-4200ECA8D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2404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7ACF2-F9D0-4F96-54F3-DA7558B14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561C5E-2471-DDC1-4E87-A0E9895E41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DDCA2E-E25F-85E1-4520-0A2DD62BD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DF181-6867-433B-8B20-BE4B2E816B2B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AA3A03-1267-7C2B-2E09-2B2E76898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91CC5D-8DE2-0343-4476-743FEEC51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35E59-5C6C-4619-B1A5-4200ECA8D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5836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654FA-52A6-FA65-EC3E-8F57CED33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F6AD24-4A37-23A1-6451-A22BF8ED0A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AC5117-81DD-A3A2-80A3-CFE07556B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DF181-6867-433B-8B20-BE4B2E816B2B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DAE115-DC87-D7A9-6645-2BB80B019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875AF4-D0A6-6AA5-9973-86691D645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35E59-5C6C-4619-B1A5-4200ECA8D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0169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2906B-F3E4-1D90-6D3D-5B540655D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ACB56A-4A4C-FD5A-4B97-19F55D5052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A9FA3A-1FE0-7223-E82B-15DE3733E5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61CB67-34FD-49C5-FB06-697CBC81D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DF181-6867-433B-8B20-BE4B2E816B2B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8D6E45-B7CA-8F4E-5303-33495A028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FD92B3-20FD-7F2E-D35C-17AA901EF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35E59-5C6C-4619-B1A5-4200ECA8D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045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8BFB2-40F8-14C4-1593-7A2BB7A07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23DC71-7C9E-2815-A1B5-6A7533ABE8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6FCA54-A6F4-1123-899F-DB236212A1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84D1F5-FAF1-2C23-9FAA-C29B9A7BED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E74F3D-F4C7-A9DB-C690-924B696418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B467FF-EC79-E0D2-ABC4-1E8FB79E1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DF181-6867-433B-8B20-BE4B2E816B2B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3C6379-B949-2835-6D94-FCA2A65F8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038DCB-8E1C-4885-F698-59ED2E4B4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35E59-5C6C-4619-B1A5-4200ECA8D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6144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E7629-3FC3-C08E-A21A-05FFBC693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8941B0-7B64-3D8C-BD39-EF5BFF747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DF181-6867-433B-8B20-BE4B2E816B2B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D94519-8BF8-C2B1-29C6-1ED93AA9A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C95A29-B2A8-9BDF-0998-3F7E2E1B8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35E59-5C6C-4619-B1A5-4200ECA8D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714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C4E8F7-4B80-9123-CBD0-D0F26A23E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DF181-6867-433B-8B20-BE4B2E816B2B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279CE9-774D-C78F-61D4-CA0F79BE4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109CC0-2040-2354-AB87-438CABA5D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35E59-5C6C-4619-B1A5-4200ECA8D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228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8108E-B25D-333D-B348-D1A588B38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534DB-1106-B076-0822-10FCA7190B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5A905D-61B7-3CF5-F7AD-162CF40D76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43BA13-22A1-329F-CB9B-C3F4DF738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DF181-6867-433B-8B20-BE4B2E816B2B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B3E24C-B2A3-C187-D53D-2B5BF77F7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1EDD39-28F8-D775-6AD9-DCD0EC99E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35E59-5C6C-4619-B1A5-4200ECA8D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2892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5DC21-040E-7ABF-076F-F6F6CE758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664761-9DE1-6176-78A0-36E5589ADD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2DE24B-6F60-CC03-78F8-D25D59139E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C54567-41CA-7E48-B3A6-6B7FB470B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DF181-6867-433B-8B20-BE4B2E816B2B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F43568-A3BB-0B6B-9097-ADD128975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EAAF0E-0B7F-DEBC-9ABD-149086704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35E59-5C6C-4619-B1A5-4200ECA8D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7456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84B80-7979-369D-091C-8610702BD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53494D-D2C8-7AA0-9B60-6E3B43AFD9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367AFA-B26F-ED0E-8651-00CA20053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DF181-6867-433B-8B20-BE4B2E816B2B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16F1DE-8AE5-A987-150B-73201755F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F0F440-C87D-13B2-52BE-BA6BB72BF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35E59-5C6C-4619-B1A5-4200ECA8D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935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E7352F-5059-1CF0-9BFE-F300426907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680D4D-0970-937F-12F7-DFBD8E7EC7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42FB06-6D5E-23E5-02F2-1E1F1F022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DF181-6867-433B-8B20-BE4B2E816B2B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B7E183-1844-BA81-4A8B-36A0DAE8A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A78E30-7264-CAE9-F3B1-E07942C9C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35E59-5C6C-4619-B1A5-4200ECA8D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4418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86A505-D114-8953-A9B5-A7D258EEC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6461A7-28F6-5CA0-BBEE-B7329175F3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5FC131-4D72-2780-80C6-E176B50ACC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4DF181-6867-433B-8B20-BE4B2E816B2B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EFE687-8091-9646-5522-D1BE17E848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C01763-44B1-3B30-5EC8-19540BFCDA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A35E59-5C6C-4619-B1A5-4200ECA8D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4911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archive.org/details/tradicionesyleye00riva" TargetMode="Externa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BDE22-5A00-70A3-8701-E3B56827BC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Mexican3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5CF3FF-7776-5C99-B3A0-832CDAC278D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800" b="0" i="1" u="none" strike="noStrike" dirty="0">
                <a:solidFill>
                  <a:srgbClr val="0D0D0D"/>
                </a:solidFill>
                <a:effectLst/>
                <a:latin typeface="Segoe UI" panose="020B0502040204020203" pitchFamily="34" charset="0"/>
              </a:rPr>
              <a:t>La Virgen de Guadalupe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0237741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C55732B-4A3F-08F8-79B2-1FEAE8F07C30}"/>
              </a:ext>
            </a:extLst>
          </p:cNvPr>
          <p:cNvSpPr txBox="1"/>
          <p:nvPr/>
        </p:nvSpPr>
        <p:spPr>
          <a:xfrm>
            <a:off x="0" y="0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https://archive.org/details/tradicionesyleye00riva</a:t>
            </a:r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129DF3-48D1-2478-26B4-DE3E1563F0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0554" y="387193"/>
            <a:ext cx="9550891" cy="6083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4026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F0EDA2A-9A3A-D6EF-FE0D-9370C4195C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188" y="212803"/>
            <a:ext cx="4187379" cy="658716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F291558-496C-E028-130F-CA799FBCC1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4984" y="99243"/>
            <a:ext cx="4187379" cy="6599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19999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4BB0EB5-65CF-B026-AA6B-70BB9F5E11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3394" y="182575"/>
            <a:ext cx="4254271" cy="658348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B8B88EA-7251-C41F-7A21-4E1FCBDACD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8370" y="182575"/>
            <a:ext cx="4254271" cy="6637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72602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01701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10054</TotalTime>
  <Words>14</Words>
  <Application>Microsoft Office PowerPoint</Application>
  <PresentationFormat>Widescreen</PresentationFormat>
  <Paragraphs>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Segoe UI</vt:lpstr>
      <vt:lpstr>Office Theme</vt:lpstr>
      <vt:lpstr>Mexican3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Bill Worstell</dc:creator>
  <cp:lastModifiedBy>Bill Worstell</cp:lastModifiedBy>
  <cp:revision>10</cp:revision>
  <dcterms:created xsi:type="dcterms:W3CDTF">2025-04-27T15:28:57Z</dcterms:created>
  <dcterms:modified xsi:type="dcterms:W3CDTF">2025-05-05T17:09:02Z</dcterms:modified>
</cp:coreProperties>
</file>