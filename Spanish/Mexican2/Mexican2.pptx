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620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The Weeping Woman</a:t>
            </a:r>
            <a:r>
              <a:rPr lang="en-US" sz="3200" dirty="0"/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54" y="387193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969923-3F96-7FF6-4B6E-341F6CDE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" y="165707"/>
            <a:ext cx="3733827" cy="6316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67F1DB-5312-79A8-0FB1-14C94A0CE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497" y="212537"/>
            <a:ext cx="3974596" cy="6222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E21060-59F7-5A6A-E68D-0F6981BFD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873" y="212537"/>
            <a:ext cx="3313697" cy="64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2D4AA-2CEB-6BFA-0122-F7E07021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6" y="141004"/>
            <a:ext cx="3786950" cy="6431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3092B8-6405-68BF-509D-3DF34CBC7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574" y="141004"/>
            <a:ext cx="3268260" cy="649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7654C-991F-2AE9-1F34-3FABD5A77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02" y="141004"/>
            <a:ext cx="4073326" cy="653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7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8494</TotalTime>
  <Words>13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Mexican2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8</cp:revision>
  <dcterms:created xsi:type="dcterms:W3CDTF">2025-04-27T15:28:57Z</dcterms:created>
  <dcterms:modified xsi:type="dcterms:W3CDTF">2025-05-04T15:09:02Z</dcterms:modified>
</cp:coreProperties>
</file>