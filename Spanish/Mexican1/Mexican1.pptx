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60" y="3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i="0" u="none" strike="noStrike" dirty="0" err="1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Quetzalcóatl</a:t>
            </a:r>
            <a:r>
              <a:rPr lang="en-US" sz="3200" dirty="0">
                <a:effectLst/>
              </a:rPr>
              <a:t>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F93067-58FD-617A-82B0-40248B29E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98816"/>
            <a:ext cx="3952398" cy="62603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4A1ABF-0DCC-48DC-4639-54FC9597E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8816"/>
            <a:ext cx="5305588" cy="28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42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7518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Office Theme</vt:lpstr>
      <vt:lpstr>Mexican1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6</cp:revision>
  <dcterms:created xsi:type="dcterms:W3CDTF">2025-04-27T15:28:57Z</dcterms:created>
  <dcterms:modified xsi:type="dcterms:W3CDTF">2025-05-03T21:44:55Z</dcterms:modified>
</cp:coreProperties>
</file>