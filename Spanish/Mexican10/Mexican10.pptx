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7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568" y="2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66A2-EF05-7165-7F62-A48A43B0F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D7148-0852-0676-8760-C969100BA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BFBF1-491F-D808-2101-8F34CCD8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9F62-7111-1BF5-DA41-DAEC52E0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A9035-985A-0844-50C5-6936DBF5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40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ACF2-F9D0-4F96-54F3-DA7558B1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61C5E-2471-DDC1-4E87-A0E9895E4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CA2E-E25F-85E1-4520-0A2DD62B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A3A03-1267-7C2B-2E09-2B2E7689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CC5D-8DE2-0343-4476-743FEEC5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8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54FA-52A6-FA65-EC3E-8F57CED3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6AD24-4A37-23A1-6451-A22BF8ED0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C5117-81DD-A3A2-80A3-CFE07556B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AE115-DC87-D7A9-6645-2BB80B01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75AF4-D0A6-6AA5-9973-86691D64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1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906B-F3E4-1D90-6D3D-5B540655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B56A-4A4C-FD5A-4B97-19F55D505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9FA3A-1FE0-7223-E82B-15DE3733E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1CB67-34FD-49C5-FB06-697CBC81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D6E45-B7CA-8F4E-5303-33495A02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D92B3-20FD-7F2E-D35C-17AA901E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4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BFB2-40F8-14C4-1593-7A2BB7A0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3DC71-7C9E-2815-A1B5-6A7533ABE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FCA54-A6F4-1123-899F-DB236212A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4D1F5-FAF1-2C23-9FAA-C29B9A7BE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74F3D-F4C7-A9DB-C690-924B6964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467FF-EC79-E0D2-ABC4-1E8FB79E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3C6379-B949-2835-6D94-FCA2A65F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38DCB-8E1C-4885-F698-59ED2E4B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1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7629-3FC3-C08E-A21A-05FFBC69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941B0-7B64-3D8C-BD39-EF5BFF74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94519-8BF8-C2B1-29C6-1ED93AA9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95A29-B2A8-9BDF-0998-3F7E2E1B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1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4E8F7-4B80-9123-CBD0-D0F26A23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9CE9-774D-C78F-61D4-CA0F79BE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09CC0-2040-2354-AB87-438CABA5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2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108E-B25D-333D-B348-D1A588B3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534DB-1106-B076-0822-10FCA7190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A905D-61B7-3CF5-F7AD-162CF40D7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3BA13-22A1-329F-CB9B-C3F4DF73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3E24C-B2A3-C187-D53D-2B5BF77F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EDD39-28F8-D775-6AD9-DCD0EC99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DC21-040E-7ABF-076F-F6F6CE75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64761-9DE1-6176-78A0-36E5589AD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DE24B-6F60-CC03-78F8-D25D5913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54567-41CA-7E48-B3A6-6B7FB470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43568-A3BB-0B6B-9097-ADD12897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AAF0E-0B7F-DEBC-9ABD-14908670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4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4B80-7979-369D-091C-8610702B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3494D-D2C8-7AA0-9B60-6E3B43AFD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7AFA-B26F-ED0E-8651-00CA200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6F1DE-8AE5-A987-150B-73201755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0F440-C87D-13B2-52BE-BA6BB72B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352F-5059-1CF0-9BFE-F30042690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80D4D-0970-937F-12F7-DFBD8E7EC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2FB06-6D5E-23E5-02F2-1E1F1F02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7E183-1844-BA81-4A8B-36A0DAE8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78E30-7264-CAE9-F3B1-E07942C9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4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6A505-D114-8953-A9B5-A7D258EE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461A7-28F6-5CA0-BBEE-B7329175F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C131-4D72-2780-80C6-E176B50AC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DF181-6867-433B-8B20-BE4B2E816B2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FE687-8091-9646-5522-D1BE17E84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1763-44B1-3B30-5EC8-19540BFCD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9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abel.hathitrust.org/cgi/pt?id=hvd.32044043382951&amp;seq=26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DE22-5A00-70A3-8701-E3B56827BC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Mexican10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CF3FF-7776-5C99-B3A0-832CDAC27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0" i="1" u="none" strike="noStrike" dirty="0">
                <a:solidFill>
                  <a:srgbClr val="0D0D0D"/>
                </a:solidFill>
                <a:effectLst/>
                <a:latin typeface="Segoe UI" panose="020B0502040204020203" pitchFamily="34" charset="0"/>
              </a:rPr>
              <a:t>The Legend of Juan Tul</a:t>
            </a:r>
            <a:r>
              <a:rPr lang="en-US" sz="2000" dirty="0">
                <a:effectLst/>
              </a:rPr>
              <a:t>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2377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5DECDE-DAD7-B219-7F92-3BEAB3E8FEED}"/>
              </a:ext>
            </a:extLst>
          </p:cNvPr>
          <p:cNvSpPr txBox="1"/>
          <p:nvPr/>
        </p:nvSpPr>
        <p:spPr>
          <a:xfrm>
            <a:off x="244010" y="169995"/>
            <a:ext cx="73588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https://babel.hathitrust.org/cgi/pt?id=hvd.32044043382951&amp;seq=26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1033DB-449B-18AC-3A0F-45BECAF16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29" y="816326"/>
            <a:ext cx="9544541" cy="579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0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796FF28-72A8-7E4D-44CB-1DD913A8F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729" y="530076"/>
            <a:ext cx="9544541" cy="57978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560A6A-4A68-FC67-89B9-FB672E851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729" y="530076"/>
            <a:ext cx="9544541" cy="57978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421C04-DCF0-021E-EE87-500ED097A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729" y="530076"/>
            <a:ext cx="9544541" cy="57978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396AEF-034C-F766-14A1-5C882E4F0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729" y="530076"/>
            <a:ext cx="9544541" cy="57978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75387A-BE14-E1E5-4BA7-7B88C6C05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729" y="530076"/>
            <a:ext cx="9544541" cy="579784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A0B39E3-72AE-500D-6AF3-7FF919FC7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729" y="530076"/>
            <a:ext cx="9544541" cy="579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15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11518</TotalTime>
  <Words>27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Office Theme</vt:lpstr>
      <vt:lpstr>Mexican10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Worstell</dc:creator>
  <cp:lastModifiedBy>Bill Worstell</cp:lastModifiedBy>
  <cp:revision>21</cp:revision>
  <dcterms:created xsi:type="dcterms:W3CDTF">2025-04-27T15:28:57Z</dcterms:created>
  <dcterms:modified xsi:type="dcterms:W3CDTF">2025-05-08T16:07:38Z</dcterms:modified>
</cp:coreProperties>
</file>